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Inter Bold" charset="1" panose="020B0802030000000004"/>
      <p:regular r:id="rId12"/>
    </p:embeddedFont>
    <p:embeddedFont>
      <p:font typeface="Open Sans" charset="1" panose="00000000000000000000"/>
      <p:regular r:id="rId13"/>
    </p:embeddedFont>
    <p:embeddedFont>
      <p:font typeface="Open Sans Bold" charset="1" panose="000000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1.jpeg" Type="http://schemas.openxmlformats.org/officeDocument/2006/relationships/image"/><Relationship Id="rId7" Target="../media/image1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3.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4.jpeg" Type="http://schemas.openxmlformats.org/officeDocument/2006/relationships/image"/><Relationship Id="rId7" Target="../media/image1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6.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18444" r="0" b="0"/>
            </a:stretch>
          </a:blipFill>
        </p:spPr>
      </p:sp>
      <p:grpSp>
        <p:nvGrpSpPr>
          <p:cNvPr name="Group 3" id="3"/>
          <p:cNvGrpSpPr/>
          <p:nvPr/>
        </p:nvGrpSpPr>
        <p:grpSpPr>
          <a:xfrm rot="0">
            <a:off x="2974250" y="3912178"/>
            <a:ext cx="12339500" cy="2462644"/>
            <a:chOff x="0" y="0"/>
            <a:chExt cx="3249909" cy="648598"/>
          </a:xfrm>
        </p:grpSpPr>
        <p:sp>
          <p:nvSpPr>
            <p:cNvPr name="Freeform 4" id="4"/>
            <p:cNvSpPr/>
            <p:nvPr/>
          </p:nvSpPr>
          <p:spPr>
            <a:xfrm flipH="false" flipV="false" rot="0">
              <a:off x="0" y="0"/>
              <a:ext cx="3249909" cy="648598"/>
            </a:xfrm>
            <a:custGeom>
              <a:avLst/>
              <a:gdLst/>
              <a:ahLst/>
              <a:cxnLst/>
              <a:rect r="r" b="b" t="t" l="l"/>
              <a:pathLst>
                <a:path h="648598" w="3249909">
                  <a:moveTo>
                    <a:pt x="0" y="0"/>
                  </a:moveTo>
                  <a:lnTo>
                    <a:pt x="3249909" y="0"/>
                  </a:lnTo>
                  <a:lnTo>
                    <a:pt x="3249909" y="648598"/>
                  </a:lnTo>
                  <a:lnTo>
                    <a:pt x="0" y="648598"/>
                  </a:lnTo>
                  <a:close/>
                </a:path>
              </a:pathLst>
            </a:custGeom>
            <a:solidFill>
              <a:srgbClr val="000000">
                <a:alpha val="0"/>
              </a:srgbClr>
            </a:solidFill>
            <a:ln w="9525" cap="sq">
              <a:solidFill>
                <a:srgbClr val="FFFFFF"/>
              </a:solidFill>
              <a:prstDash val="solid"/>
              <a:miter/>
            </a:ln>
          </p:spPr>
        </p:sp>
        <p:sp>
          <p:nvSpPr>
            <p:cNvPr name="TextBox 5" id="5"/>
            <p:cNvSpPr txBox="true"/>
            <p:nvPr/>
          </p:nvSpPr>
          <p:spPr>
            <a:xfrm>
              <a:off x="0" y="-38100"/>
              <a:ext cx="3249909" cy="68669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7383125" y="457043"/>
            <a:ext cx="418047" cy="230306"/>
          </a:xfrm>
          <a:custGeom>
            <a:avLst/>
            <a:gdLst/>
            <a:ahLst/>
            <a:cxnLst/>
            <a:rect r="r" b="b" t="t" l="l"/>
            <a:pathLst>
              <a:path h="230306" w="418047">
                <a:moveTo>
                  <a:pt x="0" y="0"/>
                </a:moveTo>
                <a:lnTo>
                  <a:pt x="418047" y="0"/>
                </a:lnTo>
                <a:lnTo>
                  <a:pt x="418047" y="230306"/>
                </a:lnTo>
                <a:lnTo>
                  <a:pt x="0" y="23030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955271" y="4515115"/>
            <a:ext cx="14377458" cy="1120363"/>
          </a:xfrm>
          <a:prstGeom prst="rect">
            <a:avLst/>
          </a:prstGeom>
        </p:spPr>
        <p:txBody>
          <a:bodyPr anchor="t" rtlCol="false" tIns="0" lIns="0" bIns="0" rIns="0">
            <a:spAutoFit/>
          </a:bodyPr>
          <a:lstStyle/>
          <a:p>
            <a:pPr algn="ctr">
              <a:lnSpc>
                <a:spcPts val="9122"/>
              </a:lnSpc>
              <a:spcBef>
                <a:spcPct val="0"/>
              </a:spcBef>
            </a:pPr>
            <a:r>
              <a:rPr lang="en-US" b="true" sz="6516" spc="2619">
                <a:solidFill>
                  <a:srgbClr val="FFFFFF"/>
                </a:solidFill>
                <a:latin typeface="Inter Bold"/>
                <a:ea typeface="Inter Bold"/>
                <a:cs typeface="Inter Bold"/>
                <a:sym typeface="Inter Bold"/>
              </a:rPr>
              <a:t>BAJA SZÁLLÁS</a:t>
            </a:r>
          </a:p>
        </p:txBody>
      </p:sp>
      <p:sp>
        <p:nvSpPr>
          <p:cNvPr name="Freeform 8" id="8"/>
          <p:cNvSpPr/>
          <p:nvPr/>
        </p:nvSpPr>
        <p:spPr>
          <a:xfrm flipH="false" flipV="false" rot="0">
            <a:off x="439763" y="346885"/>
            <a:ext cx="531141" cy="362141"/>
          </a:xfrm>
          <a:custGeom>
            <a:avLst/>
            <a:gdLst/>
            <a:ahLst/>
            <a:cxnLst/>
            <a:rect r="r" b="b" t="t" l="l"/>
            <a:pathLst>
              <a:path h="362141" w="531141">
                <a:moveTo>
                  <a:pt x="0" y="0"/>
                </a:moveTo>
                <a:lnTo>
                  <a:pt x="531141" y="0"/>
                </a:lnTo>
                <a:lnTo>
                  <a:pt x="531141" y="362141"/>
                </a:lnTo>
                <a:lnTo>
                  <a:pt x="0" y="3621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1039108" y="450999"/>
            <a:ext cx="2160808" cy="198120"/>
          </a:xfrm>
          <a:prstGeom prst="rect">
            <a:avLst/>
          </a:prstGeom>
        </p:spPr>
        <p:txBody>
          <a:bodyPr anchor="t" rtlCol="false" tIns="0" lIns="0" bIns="0" rIns="0">
            <a:spAutoFit/>
          </a:bodyPr>
          <a:lstStyle/>
          <a:p>
            <a:pPr algn="l">
              <a:lnSpc>
                <a:spcPts val="1680"/>
              </a:lnSpc>
              <a:spcBef>
                <a:spcPct val="0"/>
              </a:spcBef>
            </a:pPr>
            <a:r>
              <a:rPr lang="en-US" sz="1200">
                <a:solidFill>
                  <a:srgbClr val="FFFFFF"/>
                </a:solidFill>
                <a:latin typeface="Open Sans"/>
                <a:ea typeface="Open Sans"/>
                <a:cs typeface="Open Sans"/>
                <a:sym typeface="Open Sans"/>
              </a:rPr>
              <a:t>Baja szállás</a:t>
            </a:r>
          </a:p>
        </p:txBody>
      </p:sp>
      <p:sp>
        <p:nvSpPr>
          <p:cNvPr name="TextBox 10" id="10"/>
          <p:cNvSpPr txBox="true"/>
          <p:nvPr/>
        </p:nvSpPr>
        <p:spPr>
          <a:xfrm rot="0">
            <a:off x="439763" y="9645578"/>
            <a:ext cx="2427115" cy="617220"/>
          </a:xfrm>
          <a:prstGeom prst="rect">
            <a:avLst/>
          </a:prstGeom>
        </p:spPr>
        <p:txBody>
          <a:bodyPr anchor="t" rtlCol="false" tIns="0" lIns="0" bIns="0" rIns="0">
            <a:spAutoFit/>
          </a:bodyPr>
          <a:lstStyle/>
          <a:p>
            <a:pPr algn="l">
              <a:lnSpc>
                <a:spcPts val="1680"/>
              </a:lnSpc>
            </a:pPr>
            <a:r>
              <a:rPr lang="en-US" sz="1200">
                <a:solidFill>
                  <a:srgbClr val="FFFFFF"/>
                </a:solidFill>
                <a:latin typeface="Open Sans"/>
                <a:ea typeface="Open Sans"/>
                <a:cs typeface="Open Sans"/>
                <a:sym typeface="Open Sans"/>
              </a:rPr>
              <a:t>Készítette: </a:t>
            </a:r>
          </a:p>
          <a:p>
            <a:pPr algn="l" marL="259082" indent="-129541" lvl="1">
              <a:lnSpc>
                <a:spcPts val="1680"/>
              </a:lnSpc>
              <a:buFont typeface="Arial"/>
              <a:buChar char="•"/>
            </a:pPr>
            <a:r>
              <a:rPr lang="en-US" sz="1200">
                <a:solidFill>
                  <a:srgbClr val="FFFFFF"/>
                </a:solidFill>
                <a:latin typeface="Open Sans"/>
                <a:ea typeface="Open Sans"/>
                <a:cs typeface="Open Sans"/>
                <a:sym typeface="Open Sans"/>
              </a:rPr>
              <a:t>Bujáki Erik Attila</a:t>
            </a:r>
          </a:p>
          <a:p>
            <a:pPr algn="l" marL="259082" indent="-129541" lvl="1">
              <a:lnSpc>
                <a:spcPts val="1680"/>
              </a:lnSpc>
              <a:spcBef>
                <a:spcPct val="0"/>
              </a:spcBef>
              <a:buFont typeface="Arial"/>
              <a:buChar char="•"/>
            </a:pPr>
            <a:r>
              <a:rPr lang="en-US" sz="1200">
                <a:solidFill>
                  <a:srgbClr val="FFFFFF"/>
                </a:solidFill>
                <a:latin typeface="Open Sans"/>
                <a:ea typeface="Open Sans"/>
                <a:cs typeface="Open Sans"/>
                <a:sym typeface="Open Sans"/>
              </a:rPr>
              <a:t>Dóczi Adrián Márk</a:t>
            </a:r>
          </a:p>
        </p:txBody>
      </p:sp>
      <p:sp>
        <p:nvSpPr>
          <p:cNvPr name="TextBox 11" id="11"/>
          <p:cNvSpPr txBox="true"/>
          <p:nvPr/>
        </p:nvSpPr>
        <p:spPr>
          <a:xfrm rot="0">
            <a:off x="16604563" y="9645578"/>
            <a:ext cx="1196609" cy="198120"/>
          </a:xfrm>
          <a:prstGeom prst="rect">
            <a:avLst/>
          </a:prstGeom>
        </p:spPr>
        <p:txBody>
          <a:bodyPr anchor="t" rtlCol="false" tIns="0" lIns="0" bIns="0" rIns="0">
            <a:spAutoFit/>
          </a:bodyPr>
          <a:lstStyle/>
          <a:p>
            <a:pPr algn="r">
              <a:lnSpc>
                <a:spcPts val="1680"/>
              </a:lnSpc>
              <a:spcBef>
                <a:spcPct val="0"/>
              </a:spcBef>
            </a:pPr>
            <a:r>
              <a:rPr lang="en-US" sz="1200">
                <a:solidFill>
                  <a:srgbClr val="FFFFFF"/>
                </a:solidFill>
                <a:latin typeface="Open Sans"/>
                <a:ea typeface="Open Sans"/>
                <a:cs typeface="Open Sans"/>
                <a:sym typeface="Open Sans"/>
              </a:rPr>
              <a:t>Oldal |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383125" y="457043"/>
            <a:ext cx="418047" cy="230306"/>
          </a:xfrm>
          <a:custGeom>
            <a:avLst/>
            <a:gdLst/>
            <a:ahLst/>
            <a:cxnLst/>
            <a:rect r="r" b="b" t="t" l="l"/>
            <a:pathLst>
              <a:path h="230306" w="418047">
                <a:moveTo>
                  <a:pt x="0" y="0"/>
                </a:moveTo>
                <a:lnTo>
                  <a:pt x="418047" y="0"/>
                </a:lnTo>
                <a:lnTo>
                  <a:pt x="418047" y="230306"/>
                </a:lnTo>
                <a:lnTo>
                  <a:pt x="0" y="230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9763" y="346885"/>
            <a:ext cx="531141" cy="362141"/>
          </a:xfrm>
          <a:custGeom>
            <a:avLst/>
            <a:gdLst/>
            <a:ahLst/>
            <a:cxnLst/>
            <a:rect r="r" b="b" t="t" l="l"/>
            <a:pathLst>
              <a:path h="362141" w="531141">
                <a:moveTo>
                  <a:pt x="0" y="0"/>
                </a:moveTo>
                <a:lnTo>
                  <a:pt x="531141" y="0"/>
                </a:lnTo>
                <a:lnTo>
                  <a:pt x="531141" y="362141"/>
                </a:lnTo>
                <a:lnTo>
                  <a:pt x="0" y="3621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39108" y="450999"/>
            <a:ext cx="1827770"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Baja szállás</a:t>
            </a:r>
          </a:p>
        </p:txBody>
      </p:sp>
      <p:sp>
        <p:nvSpPr>
          <p:cNvPr name="TextBox 5" id="5"/>
          <p:cNvSpPr txBox="true"/>
          <p:nvPr/>
        </p:nvSpPr>
        <p:spPr>
          <a:xfrm rot="0">
            <a:off x="439763" y="9331290"/>
            <a:ext cx="2427115" cy="826770"/>
          </a:xfrm>
          <a:prstGeom prst="rect">
            <a:avLst/>
          </a:prstGeom>
        </p:spPr>
        <p:txBody>
          <a:bodyPr anchor="t" rtlCol="false" tIns="0" lIns="0" bIns="0" rIns="0">
            <a:spAutoFit/>
          </a:bodyPr>
          <a:lstStyle/>
          <a:p>
            <a:pPr algn="l">
              <a:lnSpc>
                <a:spcPts val="1680"/>
              </a:lnSpc>
            </a:pPr>
            <a:r>
              <a:rPr lang="en-US" sz="1200">
                <a:solidFill>
                  <a:srgbClr val="1F2020"/>
                </a:solidFill>
                <a:latin typeface="Open Sans"/>
                <a:ea typeface="Open Sans"/>
                <a:cs typeface="Open Sans"/>
                <a:sym typeface="Open Sans"/>
              </a:rPr>
              <a:t>Készítette: </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Bujáki Erik Attila</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Dóczi Adrián Márk</a:t>
            </a:r>
          </a:p>
          <a:p>
            <a:pPr algn="l">
              <a:lnSpc>
                <a:spcPts val="1680"/>
              </a:lnSpc>
              <a:spcBef>
                <a:spcPct val="0"/>
              </a:spcBef>
            </a:pPr>
          </a:p>
        </p:txBody>
      </p:sp>
      <p:sp>
        <p:nvSpPr>
          <p:cNvPr name="TextBox 6" id="6"/>
          <p:cNvSpPr txBox="true"/>
          <p:nvPr/>
        </p:nvSpPr>
        <p:spPr>
          <a:xfrm rot="0">
            <a:off x="16604563" y="9645578"/>
            <a:ext cx="1196609" cy="198120"/>
          </a:xfrm>
          <a:prstGeom prst="rect">
            <a:avLst/>
          </a:prstGeom>
        </p:spPr>
        <p:txBody>
          <a:bodyPr anchor="t" rtlCol="false" tIns="0" lIns="0" bIns="0" rIns="0">
            <a:spAutoFit/>
          </a:bodyPr>
          <a:lstStyle/>
          <a:p>
            <a:pPr algn="r">
              <a:lnSpc>
                <a:spcPts val="1680"/>
              </a:lnSpc>
              <a:spcBef>
                <a:spcPct val="0"/>
              </a:spcBef>
            </a:pPr>
            <a:r>
              <a:rPr lang="en-US" sz="1200">
                <a:solidFill>
                  <a:srgbClr val="1F2020"/>
                </a:solidFill>
                <a:latin typeface="Open Sans"/>
                <a:ea typeface="Open Sans"/>
                <a:cs typeface="Open Sans"/>
                <a:sym typeface="Open Sans"/>
              </a:rPr>
              <a:t>Oldal | 02</a:t>
            </a:r>
          </a:p>
        </p:txBody>
      </p:sp>
      <p:grpSp>
        <p:nvGrpSpPr>
          <p:cNvPr name="Group 7" id="7"/>
          <p:cNvGrpSpPr/>
          <p:nvPr/>
        </p:nvGrpSpPr>
        <p:grpSpPr>
          <a:xfrm rot="0">
            <a:off x="0" y="1894938"/>
            <a:ext cx="8450116" cy="6497123"/>
            <a:chOff x="0" y="0"/>
            <a:chExt cx="11266822" cy="8662831"/>
          </a:xfrm>
        </p:grpSpPr>
        <p:pic>
          <p:nvPicPr>
            <p:cNvPr name="Picture 8" id="8"/>
            <p:cNvPicPr>
              <a:picLocks noChangeAspect="true"/>
            </p:cNvPicPr>
            <p:nvPr/>
          </p:nvPicPr>
          <p:blipFill>
            <a:blip r:embed="rId6"/>
            <a:srcRect l="6673" t="0" r="6673" b="0"/>
            <a:stretch>
              <a:fillRect/>
            </a:stretch>
          </p:blipFill>
          <p:spPr>
            <a:xfrm flipH="false" flipV="false">
              <a:off x="0" y="0"/>
              <a:ext cx="11266822" cy="8662831"/>
            </a:xfrm>
            <a:prstGeom prst="rect">
              <a:avLst/>
            </a:prstGeom>
          </p:spPr>
        </p:pic>
      </p:grpSp>
      <p:sp>
        <p:nvSpPr>
          <p:cNvPr name="TextBox 9" id="9"/>
          <p:cNvSpPr txBox="true"/>
          <p:nvPr/>
        </p:nvSpPr>
        <p:spPr>
          <a:xfrm rot="0">
            <a:off x="10560379" y="2927240"/>
            <a:ext cx="6378907" cy="863600"/>
          </a:xfrm>
          <a:prstGeom prst="rect">
            <a:avLst/>
          </a:prstGeom>
        </p:spPr>
        <p:txBody>
          <a:bodyPr anchor="t" rtlCol="false" tIns="0" lIns="0" bIns="0" rIns="0">
            <a:spAutoFit/>
          </a:bodyPr>
          <a:lstStyle/>
          <a:p>
            <a:pPr algn="l">
              <a:lnSpc>
                <a:spcPts val="7000"/>
              </a:lnSpc>
              <a:spcBef>
                <a:spcPct val="0"/>
              </a:spcBef>
            </a:pPr>
            <a:r>
              <a:rPr lang="en-US" b="true" sz="5000" spc="925">
                <a:solidFill>
                  <a:srgbClr val="1F2020"/>
                </a:solidFill>
                <a:latin typeface="Inter Bold"/>
                <a:ea typeface="Inter Bold"/>
                <a:cs typeface="Inter Bold"/>
                <a:sym typeface="Inter Bold"/>
              </a:rPr>
              <a:t>A PROJEKTRŐL</a:t>
            </a:r>
          </a:p>
        </p:txBody>
      </p:sp>
      <p:sp>
        <p:nvSpPr>
          <p:cNvPr name="TextBox 10" id="10"/>
          <p:cNvSpPr txBox="true"/>
          <p:nvPr/>
        </p:nvSpPr>
        <p:spPr>
          <a:xfrm rot="0">
            <a:off x="10560379" y="4015517"/>
            <a:ext cx="5220070" cy="826770"/>
          </a:xfrm>
          <a:prstGeom prst="rect">
            <a:avLst/>
          </a:prstGeom>
        </p:spPr>
        <p:txBody>
          <a:bodyPr anchor="t" rtlCol="false" tIns="0" lIns="0" bIns="0" rIns="0">
            <a:spAutoFit/>
          </a:bodyPr>
          <a:lstStyle/>
          <a:p>
            <a:pPr algn="l" marL="259082" indent="-129541" lvl="1">
              <a:lnSpc>
                <a:spcPts val="1680"/>
              </a:lnSpc>
              <a:buFont typeface="Arial"/>
              <a:buChar char="•"/>
            </a:pPr>
            <a:r>
              <a:rPr lang="en-US" sz="1200">
                <a:solidFill>
                  <a:srgbClr val="1F2020"/>
                </a:solidFill>
                <a:latin typeface="Open Sans"/>
                <a:ea typeface="Open Sans"/>
                <a:cs typeface="Open Sans"/>
                <a:sym typeface="Open Sans"/>
              </a:rPr>
              <a:t>C# nyelven</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WinForms</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Szállások (Panzió,  Vendégház, Hotel, Apartman)</a:t>
            </a:r>
          </a:p>
          <a:p>
            <a:pPr algn="l" marL="259082" indent="-129541" lvl="1">
              <a:lnSpc>
                <a:spcPts val="1680"/>
              </a:lnSpc>
              <a:spcBef>
                <a:spcPct val="0"/>
              </a:spcBef>
              <a:buFont typeface="Arial"/>
              <a:buChar char="•"/>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383125" y="457043"/>
            <a:ext cx="418047" cy="230306"/>
          </a:xfrm>
          <a:custGeom>
            <a:avLst/>
            <a:gdLst/>
            <a:ahLst/>
            <a:cxnLst/>
            <a:rect r="r" b="b" t="t" l="l"/>
            <a:pathLst>
              <a:path h="230306" w="418047">
                <a:moveTo>
                  <a:pt x="0" y="0"/>
                </a:moveTo>
                <a:lnTo>
                  <a:pt x="418047" y="0"/>
                </a:lnTo>
                <a:lnTo>
                  <a:pt x="418047" y="230306"/>
                </a:lnTo>
                <a:lnTo>
                  <a:pt x="0" y="230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9763" y="346885"/>
            <a:ext cx="531141" cy="362141"/>
          </a:xfrm>
          <a:custGeom>
            <a:avLst/>
            <a:gdLst/>
            <a:ahLst/>
            <a:cxnLst/>
            <a:rect r="r" b="b" t="t" l="l"/>
            <a:pathLst>
              <a:path h="362141" w="531141">
                <a:moveTo>
                  <a:pt x="0" y="0"/>
                </a:moveTo>
                <a:lnTo>
                  <a:pt x="531141" y="0"/>
                </a:lnTo>
                <a:lnTo>
                  <a:pt x="531141" y="362141"/>
                </a:lnTo>
                <a:lnTo>
                  <a:pt x="0" y="3621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39108" y="450999"/>
            <a:ext cx="1827770"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Baja szállás</a:t>
            </a:r>
          </a:p>
        </p:txBody>
      </p:sp>
      <p:sp>
        <p:nvSpPr>
          <p:cNvPr name="TextBox 5" id="5"/>
          <p:cNvSpPr txBox="true"/>
          <p:nvPr/>
        </p:nvSpPr>
        <p:spPr>
          <a:xfrm rot="0">
            <a:off x="439763" y="9430313"/>
            <a:ext cx="2427115" cy="826770"/>
          </a:xfrm>
          <a:prstGeom prst="rect">
            <a:avLst/>
          </a:prstGeom>
        </p:spPr>
        <p:txBody>
          <a:bodyPr anchor="t" rtlCol="false" tIns="0" lIns="0" bIns="0" rIns="0">
            <a:spAutoFit/>
          </a:bodyPr>
          <a:lstStyle/>
          <a:p>
            <a:pPr algn="l">
              <a:lnSpc>
                <a:spcPts val="1680"/>
              </a:lnSpc>
            </a:pPr>
            <a:r>
              <a:rPr lang="en-US" sz="1200">
                <a:solidFill>
                  <a:srgbClr val="1F2020"/>
                </a:solidFill>
                <a:latin typeface="Open Sans"/>
                <a:ea typeface="Open Sans"/>
                <a:cs typeface="Open Sans"/>
                <a:sym typeface="Open Sans"/>
              </a:rPr>
              <a:t>Készítette: </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Bujáki Erik Attila</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Dóczi Adrián Márk</a:t>
            </a:r>
          </a:p>
          <a:p>
            <a:pPr algn="l">
              <a:lnSpc>
                <a:spcPts val="1680"/>
              </a:lnSpc>
              <a:spcBef>
                <a:spcPct val="0"/>
              </a:spcBef>
            </a:pPr>
          </a:p>
        </p:txBody>
      </p:sp>
      <p:sp>
        <p:nvSpPr>
          <p:cNvPr name="TextBox 6" id="6"/>
          <p:cNvSpPr txBox="true"/>
          <p:nvPr/>
        </p:nvSpPr>
        <p:spPr>
          <a:xfrm rot="0">
            <a:off x="16604563" y="9645578"/>
            <a:ext cx="1196609" cy="198120"/>
          </a:xfrm>
          <a:prstGeom prst="rect">
            <a:avLst/>
          </a:prstGeom>
        </p:spPr>
        <p:txBody>
          <a:bodyPr anchor="t" rtlCol="false" tIns="0" lIns="0" bIns="0" rIns="0">
            <a:spAutoFit/>
          </a:bodyPr>
          <a:lstStyle/>
          <a:p>
            <a:pPr algn="r">
              <a:lnSpc>
                <a:spcPts val="1680"/>
              </a:lnSpc>
              <a:spcBef>
                <a:spcPct val="0"/>
              </a:spcBef>
            </a:pPr>
            <a:r>
              <a:rPr lang="en-US" sz="1200">
                <a:solidFill>
                  <a:srgbClr val="1F2020"/>
                </a:solidFill>
                <a:latin typeface="Open Sans"/>
                <a:ea typeface="Open Sans"/>
                <a:cs typeface="Open Sans"/>
                <a:sym typeface="Open Sans"/>
              </a:rPr>
              <a:t>Oldal | 03</a:t>
            </a:r>
          </a:p>
        </p:txBody>
      </p:sp>
      <p:grpSp>
        <p:nvGrpSpPr>
          <p:cNvPr name="Group 7" id="7"/>
          <p:cNvGrpSpPr/>
          <p:nvPr/>
        </p:nvGrpSpPr>
        <p:grpSpPr>
          <a:xfrm rot="0">
            <a:off x="10582694" y="1028700"/>
            <a:ext cx="6620174" cy="2994285"/>
            <a:chOff x="0" y="0"/>
            <a:chExt cx="8826899" cy="3992380"/>
          </a:xfrm>
        </p:grpSpPr>
        <p:pic>
          <p:nvPicPr>
            <p:cNvPr name="Picture 8" id="8"/>
            <p:cNvPicPr>
              <a:picLocks noChangeAspect="true"/>
            </p:cNvPicPr>
            <p:nvPr/>
          </p:nvPicPr>
          <p:blipFill>
            <a:blip r:embed="rId6"/>
            <a:srcRect l="0" t="16077" r="0" b="16077"/>
            <a:stretch>
              <a:fillRect/>
            </a:stretch>
          </p:blipFill>
          <p:spPr>
            <a:xfrm flipH="false" flipV="false">
              <a:off x="0" y="0"/>
              <a:ext cx="8826899" cy="3992380"/>
            </a:xfrm>
            <a:prstGeom prst="rect">
              <a:avLst/>
            </a:prstGeom>
          </p:spPr>
        </p:pic>
      </p:grpSp>
      <p:grpSp>
        <p:nvGrpSpPr>
          <p:cNvPr name="Group 9" id="9"/>
          <p:cNvGrpSpPr/>
          <p:nvPr/>
        </p:nvGrpSpPr>
        <p:grpSpPr>
          <a:xfrm rot="0">
            <a:off x="1039108" y="4022985"/>
            <a:ext cx="6620174" cy="5235315"/>
            <a:chOff x="0" y="0"/>
            <a:chExt cx="8826899" cy="6980420"/>
          </a:xfrm>
        </p:grpSpPr>
        <p:pic>
          <p:nvPicPr>
            <p:cNvPr name="Picture 10" id="10"/>
            <p:cNvPicPr>
              <a:picLocks noChangeAspect="true"/>
            </p:cNvPicPr>
            <p:nvPr/>
          </p:nvPicPr>
          <p:blipFill>
            <a:blip r:embed="rId7"/>
            <a:srcRect l="14080" t="0" r="1670" b="0"/>
            <a:stretch>
              <a:fillRect/>
            </a:stretch>
          </p:blipFill>
          <p:spPr>
            <a:xfrm flipH="false" flipV="false">
              <a:off x="0" y="0"/>
              <a:ext cx="8826899" cy="6980420"/>
            </a:xfrm>
            <a:prstGeom prst="rect">
              <a:avLst/>
            </a:prstGeom>
          </p:spPr>
        </p:pic>
      </p:grpSp>
      <p:sp>
        <p:nvSpPr>
          <p:cNvPr name="TextBox 11" id="11"/>
          <p:cNvSpPr txBox="true"/>
          <p:nvPr/>
        </p:nvSpPr>
        <p:spPr>
          <a:xfrm rot="0">
            <a:off x="9144000" y="5076825"/>
            <a:ext cx="8239125" cy="863600"/>
          </a:xfrm>
          <a:prstGeom prst="rect">
            <a:avLst/>
          </a:prstGeom>
        </p:spPr>
        <p:txBody>
          <a:bodyPr anchor="t" rtlCol="false" tIns="0" lIns="0" bIns="0" rIns="0">
            <a:spAutoFit/>
          </a:bodyPr>
          <a:lstStyle/>
          <a:p>
            <a:pPr algn="l">
              <a:lnSpc>
                <a:spcPts val="7000"/>
              </a:lnSpc>
              <a:spcBef>
                <a:spcPct val="0"/>
              </a:spcBef>
            </a:pPr>
            <a:r>
              <a:rPr lang="en-US" b="true" sz="5000" spc="925">
                <a:solidFill>
                  <a:srgbClr val="1F2020"/>
                </a:solidFill>
                <a:latin typeface="Inter Bold"/>
                <a:ea typeface="Inter Bold"/>
                <a:cs typeface="Inter Bold"/>
                <a:sym typeface="Inter Bold"/>
              </a:rPr>
              <a:t>BEMUTATÁS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383125" y="457043"/>
            <a:ext cx="418047" cy="230306"/>
          </a:xfrm>
          <a:custGeom>
            <a:avLst/>
            <a:gdLst/>
            <a:ahLst/>
            <a:cxnLst/>
            <a:rect r="r" b="b" t="t" l="l"/>
            <a:pathLst>
              <a:path h="230306" w="418047">
                <a:moveTo>
                  <a:pt x="0" y="0"/>
                </a:moveTo>
                <a:lnTo>
                  <a:pt x="418047" y="0"/>
                </a:lnTo>
                <a:lnTo>
                  <a:pt x="418047" y="230306"/>
                </a:lnTo>
                <a:lnTo>
                  <a:pt x="0" y="230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9763" y="346885"/>
            <a:ext cx="531141" cy="362141"/>
          </a:xfrm>
          <a:custGeom>
            <a:avLst/>
            <a:gdLst/>
            <a:ahLst/>
            <a:cxnLst/>
            <a:rect r="r" b="b" t="t" l="l"/>
            <a:pathLst>
              <a:path h="362141" w="531141">
                <a:moveTo>
                  <a:pt x="0" y="0"/>
                </a:moveTo>
                <a:lnTo>
                  <a:pt x="531141" y="0"/>
                </a:lnTo>
                <a:lnTo>
                  <a:pt x="531141" y="362141"/>
                </a:lnTo>
                <a:lnTo>
                  <a:pt x="0" y="3621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39108" y="450999"/>
            <a:ext cx="1827770"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Baja szállás</a:t>
            </a:r>
          </a:p>
        </p:txBody>
      </p:sp>
      <p:sp>
        <p:nvSpPr>
          <p:cNvPr name="TextBox 5" id="5"/>
          <p:cNvSpPr txBox="true"/>
          <p:nvPr/>
        </p:nvSpPr>
        <p:spPr>
          <a:xfrm rot="0">
            <a:off x="439763" y="9420862"/>
            <a:ext cx="2427115" cy="826770"/>
          </a:xfrm>
          <a:prstGeom prst="rect">
            <a:avLst/>
          </a:prstGeom>
        </p:spPr>
        <p:txBody>
          <a:bodyPr anchor="t" rtlCol="false" tIns="0" lIns="0" bIns="0" rIns="0">
            <a:spAutoFit/>
          </a:bodyPr>
          <a:lstStyle/>
          <a:p>
            <a:pPr algn="l">
              <a:lnSpc>
                <a:spcPts val="1680"/>
              </a:lnSpc>
            </a:pPr>
            <a:r>
              <a:rPr lang="en-US" sz="1200">
                <a:solidFill>
                  <a:srgbClr val="1F2020"/>
                </a:solidFill>
                <a:latin typeface="Open Sans"/>
                <a:ea typeface="Open Sans"/>
                <a:cs typeface="Open Sans"/>
                <a:sym typeface="Open Sans"/>
              </a:rPr>
              <a:t>Készítette: </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Bujáki Erik Attila</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Dóczi Adrián Márk</a:t>
            </a:r>
          </a:p>
          <a:p>
            <a:pPr algn="l">
              <a:lnSpc>
                <a:spcPts val="1680"/>
              </a:lnSpc>
              <a:spcBef>
                <a:spcPct val="0"/>
              </a:spcBef>
            </a:pPr>
          </a:p>
        </p:txBody>
      </p:sp>
      <p:sp>
        <p:nvSpPr>
          <p:cNvPr name="TextBox 6" id="6"/>
          <p:cNvSpPr txBox="true"/>
          <p:nvPr/>
        </p:nvSpPr>
        <p:spPr>
          <a:xfrm rot="0">
            <a:off x="16604563" y="9645578"/>
            <a:ext cx="1196609" cy="198120"/>
          </a:xfrm>
          <a:prstGeom prst="rect">
            <a:avLst/>
          </a:prstGeom>
        </p:spPr>
        <p:txBody>
          <a:bodyPr anchor="t" rtlCol="false" tIns="0" lIns="0" bIns="0" rIns="0">
            <a:spAutoFit/>
          </a:bodyPr>
          <a:lstStyle/>
          <a:p>
            <a:pPr algn="r">
              <a:lnSpc>
                <a:spcPts val="1680"/>
              </a:lnSpc>
              <a:spcBef>
                <a:spcPct val="0"/>
              </a:spcBef>
            </a:pPr>
            <a:r>
              <a:rPr lang="en-US" sz="1200">
                <a:solidFill>
                  <a:srgbClr val="1F2020"/>
                </a:solidFill>
                <a:latin typeface="Open Sans"/>
                <a:ea typeface="Open Sans"/>
                <a:cs typeface="Open Sans"/>
                <a:sym typeface="Open Sans"/>
              </a:rPr>
              <a:t>Oldal | 04</a:t>
            </a:r>
          </a:p>
        </p:txBody>
      </p:sp>
      <p:grpSp>
        <p:nvGrpSpPr>
          <p:cNvPr name="Group 7" id="7"/>
          <p:cNvGrpSpPr/>
          <p:nvPr/>
        </p:nvGrpSpPr>
        <p:grpSpPr>
          <a:xfrm rot="0">
            <a:off x="1058008" y="1028700"/>
            <a:ext cx="4626615" cy="8229600"/>
            <a:chOff x="0" y="0"/>
            <a:chExt cx="6168820" cy="10972800"/>
          </a:xfrm>
        </p:grpSpPr>
        <p:pic>
          <p:nvPicPr>
            <p:cNvPr name="Picture 8" id="8"/>
            <p:cNvPicPr>
              <a:picLocks noChangeAspect="true"/>
            </p:cNvPicPr>
            <p:nvPr/>
          </p:nvPicPr>
          <p:blipFill>
            <a:blip r:embed="rId6"/>
            <a:srcRect l="15618" t="0" r="0" b="0"/>
            <a:stretch>
              <a:fillRect/>
            </a:stretch>
          </p:blipFill>
          <p:spPr>
            <a:xfrm flipH="false" flipV="false">
              <a:off x="0" y="0"/>
              <a:ext cx="6168820" cy="10972800"/>
            </a:xfrm>
            <a:prstGeom prst="rect">
              <a:avLst/>
            </a:prstGeom>
          </p:spPr>
        </p:pic>
      </p:grpSp>
      <p:sp>
        <p:nvSpPr>
          <p:cNvPr name="TextBox 9" id="9"/>
          <p:cNvSpPr txBox="true"/>
          <p:nvPr/>
        </p:nvSpPr>
        <p:spPr>
          <a:xfrm rot="0">
            <a:off x="7545555" y="2230801"/>
            <a:ext cx="6034858" cy="863600"/>
          </a:xfrm>
          <a:prstGeom prst="rect">
            <a:avLst/>
          </a:prstGeom>
        </p:spPr>
        <p:txBody>
          <a:bodyPr anchor="t" rtlCol="false" tIns="0" lIns="0" bIns="0" rIns="0">
            <a:spAutoFit/>
          </a:bodyPr>
          <a:lstStyle/>
          <a:p>
            <a:pPr algn="l">
              <a:lnSpc>
                <a:spcPts val="7000"/>
              </a:lnSpc>
              <a:spcBef>
                <a:spcPct val="0"/>
              </a:spcBef>
            </a:pPr>
            <a:r>
              <a:rPr lang="en-US" b="true" sz="5000" spc="925">
                <a:solidFill>
                  <a:srgbClr val="1F2020"/>
                </a:solidFill>
                <a:latin typeface="Inter Bold"/>
                <a:ea typeface="Inter Bold"/>
                <a:cs typeface="Inter Bold"/>
                <a:sym typeface="Inter Bold"/>
              </a:rPr>
              <a:t>FUNKCIÓK</a:t>
            </a:r>
          </a:p>
        </p:txBody>
      </p:sp>
      <p:grpSp>
        <p:nvGrpSpPr>
          <p:cNvPr name="Group 10" id="10"/>
          <p:cNvGrpSpPr/>
          <p:nvPr/>
        </p:nvGrpSpPr>
        <p:grpSpPr>
          <a:xfrm rot="0">
            <a:off x="7545555" y="4258407"/>
            <a:ext cx="745776" cy="745776"/>
            <a:chOff x="0" y="0"/>
            <a:chExt cx="270933" cy="270933"/>
          </a:xfrm>
        </p:grpSpPr>
        <p:sp>
          <p:nvSpPr>
            <p:cNvPr name="Freeform 11" id="11"/>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1F2020"/>
              </a:solidFill>
              <a:prstDash val="solid"/>
              <a:miter/>
            </a:ln>
          </p:spPr>
        </p:sp>
        <p:sp>
          <p:nvSpPr>
            <p:cNvPr name="TextBox 12" id="12"/>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7545555" y="4413831"/>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Bold"/>
                <a:ea typeface="Open Sans Bold"/>
                <a:cs typeface="Open Sans Bold"/>
                <a:sym typeface="Open Sans Bold"/>
              </a:rPr>
              <a:t>01</a:t>
            </a:r>
          </a:p>
        </p:txBody>
      </p:sp>
      <p:sp>
        <p:nvSpPr>
          <p:cNvPr name="TextBox 14" id="14"/>
          <p:cNvSpPr txBox="true"/>
          <p:nvPr/>
        </p:nvSpPr>
        <p:spPr>
          <a:xfrm rot="0">
            <a:off x="8825280" y="4432881"/>
            <a:ext cx="2312051"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Szállás felvétele</a:t>
            </a:r>
          </a:p>
        </p:txBody>
      </p:sp>
      <p:grpSp>
        <p:nvGrpSpPr>
          <p:cNvPr name="Group 15" id="15"/>
          <p:cNvGrpSpPr/>
          <p:nvPr/>
        </p:nvGrpSpPr>
        <p:grpSpPr>
          <a:xfrm rot="0">
            <a:off x="12455908" y="4258407"/>
            <a:ext cx="745776" cy="745776"/>
            <a:chOff x="0" y="0"/>
            <a:chExt cx="270933" cy="270933"/>
          </a:xfrm>
        </p:grpSpPr>
        <p:sp>
          <p:nvSpPr>
            <p:cNvPr name="Freeform 16" id="1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1F2020"/>
              </a:solidFill>
              <a:prstDash val="solid"/>
              <a:miter/>
            </a:ln>
          </p:spPr>
        </p:sp>
        <p:sp>
          <p:nvSpPr>
            <p:cNvPr name="TextBox 17" id="1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2455908" y="4413831"/>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Bold"/>
                <a:ea typeface="Open Sans Bold"/>
                <a:cs typeface="Open Sans Bold"/>
                <a:sym typeface="Open Sans Bold"/>
              </a:rPr>
              <a:t>02</a:t>
            </a:r>
          </a:p>
        </p:txBody>
      </p:sp>
      <p:sp>
        <p:nvSpPr>
          <p:cNvPr name="TextBox 19" id="19"/>
          <p:cNvSpPr txBox="true"/>
          <p:nvPr/>
        </p:nvSpPr>
        <p:spPr>
          <a:xfrm rot="0">
            <a:off x="13735634" y="4432881"/>
            <a:ext cx="2312051"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Szállás törlése</a:t>
            </a:r>
          </a:p>
        </p:txBody>
      </p:sp>
      <p:grpSp>
        <p:nvGrpSpPr>
          <p:cNvPr name="Group 20" id="20"/>
          <p:cNvGrpSpPr/>
          <p:nvPr/>
        </p:nvGrpSpPr>
        <p:grpSpPr>
          <a:xfrm rot="0">
            <a:off x="7545555" y="6724157"/>
            <a:ext cx="745776" cy="745776"/>
            <a:chOff x="0" y="0"/>
            <a:chExt cx="270933" cy="270933"/>
          </a:xfrm>
        </p:grpSpPr>
        <p:sp>
          <p:nvSpPr>
            <p:cNvPr name="Freeform 21" id="21"/>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1F2020"/>
              </a:solidFill>
              <a:prstDash val="solid"/>
              <a:miter/>
            </a:ln>
          </p:spPr>
        </p:sp>
        <p:sp>
          <p:nvSpPr>
            <p:cNvPr name="TextBox 22" id="22"/>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7545555" y="6879581"/>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Bold"/>
                <a:ea typeface="Open Sans Bold"/>
                <a:cs typeface="Open Sans Bold"/>
                <a:sym typeface="Open Sans Bold"/>
              </a:rPr>
              <a:t>03</a:t>
            </a:r>
          </a:p>
        </p:txBody>
      </p:sp>
      <p:sp>
        <p:nvSpPr>
          <p:cNvPr name="TextBox 24" id="24"/>
          <p:cNvSpPr txBox="true"/>
          <p:nvPr/>
        </p:nvSpPr>
        <p:spPr>
          <a:xfrm rot="0">
            <a:off x="8825280" y="6898925"/>
            <a:ext cx="2312051"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Fájl írása, olvasása</a:t>
            </a:r>
          </a:p>
        </p:txBody>
      </p:sp>
      <p:grpSp>
        <p:nvGrpSpPr>
          <p:cNvPr name="Group 25" id="25"/>
          <p:cNvGrpSpPr/>
          <p:nvPr/>
        </p:nvGrpSpPr>
        <p:grpSpPr>
          <a:xfrm rot="0">
            <a:off x="12455908" y="6724157"/>
            <a:ext cx="745776" cy="745776"/>
            <a:chOff x="0" y="0"/>
            <a:chExt cx="270933" cy="270933"/>
          </a:xfrm>
        </p:grpSpPr>
        <p:sp>
          <p:nvSpPr>
            <p:cNvPr name="Freeform 26" id="26"/>
            <p:cNvSpPr/>
            <p:nvPr/>
          </p:nvSpPr>
          <p:spPr>
            <a:xfrm flipH="false" flipV="false" rot="0">
              <a:off x="0" y="0"/>
              <a:ext cx="270933" cy="270933"/>
            </a:xfrm>
            <a:custGeom>
              <a:avLst/>
              <a:gdLst/>
              <a:ahLst/>
              <a:cxnLst/>
              <a:rect r="r" b="b" t="t" l="l"/>
              <a:pathLst>
                <a:path h="270933" w="270933">
                  <a:moveTo>
                    <a:pt x="0" y="0"/>
                  </a:moveTo>
                  <a:lnTo>
                    <a:pt x="270933" y="0"/>
                  </a:lnTo>
                  <a:lnTo>
                    <a:pt x="270933" y="270933"/>
                  </a:lnTo>
                  <a:lnTo>
                    <a:pt x="0" y="270933"/>
                  </a:lnTo>
                  <a:close/>
                </a:path>
              </a:pathLst>
            </a:custGeom>
            <a:solidFill>
              <a:srgbClr val="000000">
                <a:alpha val="0"/>
              </a:srgbClr>
            </a:solidFill>
            <a:ln w="9525" cap="sq">
              <a:solidFill>
                <a:srgbClr val="1F2020"/>
              </a:solidFill>
              <a:prstDash val="solid"/>
              <a:miter/>
            </a:ln>
          </p:spPr>
        </p:sp>
        <p:sp>
          <p:nvSpPr>
            <p:cNvPr name="TextBox 27" id="27"/>
            <p:cNvSpPr txBox="true"/>
            <p:nvPr/>
          </p:nvSpPr>
          <p:spPr>
            <a:xfrm>
              <a:off x="0" y="-38100"/>
              <a:ext cx="270933" cy="309033"/>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12455908" y="6879581"/>
            <a:ext cx="745776" cy="396828"/>
          </a:xfrm>
          <a:prstGeom prst="rect">
            <a:avLst/>
          </a:prstGeom>
        </p:spPr>
        <p:txBody>
          <a:bodyPr anchor="t" rtlCol="false" tIns="0" lIns="0" bIns="0" rIns="0">
            <a:spAutoFit/>
          </a:bodyPr>
          <a:lstStyle/>
          <a:p>
            <a:pPr algn="ctr">
              <a:lnSpc>
                <a:spcPts val="3365"/>
              </a:lnSpc>
              <a:spcBef>
                <a:spcPct val="0"/>
              </a:spcBef>
            </a:pPr>
            <a:r>
              <a:rPr lang="en-US" b="true" sz="2403">
                <a:solidFill>
                  <a:srgbClr val="1F2020"/>
                </a:solidFill>
                <a:latin typeface="Open Sans Bold"/>
                <a:ea typeface="Open Sans Bold"/>
                <a:cs typeface="Open Sans Bold"/>
                <a:sym typeface="Open Sans Bold"/>
              </a:rPr>
              <a:t>04</a:t>
            </a:r>
          </a:p>
        </p:txBody>
      </p:sp>
      <p:sp>
        <p:nvSpPr>
          <p:cNvPr name="TextBox 29" id="29"/>
          <p:cNvSpPr txBox="true"/>
          <p:nvPr/>
        </p:nvSpPr>
        <p:spPr>
          <a:xfrm rot="0">
            <a:off x="13735634" y="6988460"/>
            <a:ext cx="2312051"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Osztályok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383125" y="457043"/>
            <a:ext cx="418047" cy="230306"/>
          </a:xfrm>
          <a:custGeom>
            <a:avLst/>
            <a:gdLst/>
            <a:ahLst/>
            <a:cxnLst/>
            <a:rect r="r" b="b" t="t" l="l"/>
            <a:pathLst>
              <a:path h="230306" w="418047">
                <a:moveTo>
                  <a:pt x="0" y="0"/>
                </a:moveTo>
                <a:lnTo>
                  <a:pt x="418047" y="0"/>
                </a:lnTo>
                <a:lnTo>
                  <a:pt x="418047" y="230306"/>
                </a:lnTo>
                <a:lnTo>
                  <a:pt x="0" y="230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9763" y="346885"/>
            <a:ext cx="531141" cy="362141"/>
          </a:xfrm>
          <a:custGeom>
            <a:avLst/>
            <a:gdLst/>
            <a:ahLst/>
            <a:cxnLst/>
            <a:rect r="r" b="b" t="t" l="l"/>
            <a:pathLst>
              <a:path h="362141" w="531141">
                <a:moveTo>
                  <a:pt x="0" y="0"/>
                </a:moveTo>
                <a:lnTo>
                  <a:pt x="531141" y="0"/>
                </a:lnTo>
                <a:lnTo>
                  <a:pt x="531141" y="362141"/>
                </a:lnTo>
                <a:lnTo>
                  <a:pt x="0" y="3621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39108" y="450999"/>
            <a:ext cx="1827770"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Baja szállás</a:t>
            </a:r>
          </a:p>
        </p:txBody>
      </p:sp>
      <p:sp>
        <p:nvSpPr>
          <p:cNvPr name="TextBox 5" id="5"/>
          <p:cNvSpPr txBox="true"/>
          <p:nvPr/>
        </p:nvSpPr>
        <p:spPr>
          <a:xfrm rot="0">
            <a:off x="439763" y="9331290"/>
            <a:ext cx="2427115" cy="826770"/>
          </a:xfrm>
          <a:prstGeom prst="rect">
            <a:avLst/>
          </a:prstGeom>
        </p:spPr>
        <p:txBody>
          <a:bodyPr anchor="t" rtlCol="false" tIns="0" lIns="0" bIns="0" rIns="0">
            <a:spAutoFit/>
          </a:bodyPr>
          <a:lstStyle/>
          <a:p>
            <a:pPr algn="l">
              <a:lnSpc>
                <a:spcPts val="1680"/>
              </a:lnSpc>
            </a:pPr>
            <a:r>
              <a:rPr lang="en-US" sz="1200">
                <a:solidFill>
                  <a:srgbClr val="1F2020"/>
                </a:solidFill>
                <a:latin typeface="Open Sans"/>
                <a:ea typeface="Open Sans"/>
                <a:cs typeface="Open Sans"/>
                <a:sym typeface="Open Sans"/>
              </a:rPr>
              <a:t>Készítette: </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Bujáki Erik Attila</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Dóczi Adrián Márk</a:t>
            </a:r>
          </a:p>
          <a:p>
            <a:pPr algn="l">
              <a:lnSpc>
                <a:spcPts val="1680"/>
              </a:lnSpc>
              <a:spcBef>
                <a:spcPct val="0"/>
              </a:spcBef>
            </a:pPr>
          </a:p>
        </p:txBody>
      </p:sp>
      <p:sp>
        <p:nvSpPr>
          <p:cNvPr name="TextBox 6" id="6"/>
          <p:cNvSpPr txBox="true"/>
          <p:nvPr/>
        </p:nvSpPr>
        <p:spPr>
          <a:xfrm rot="0">
            <a:off x="16604563" y="9645578"/>
            <a:ext cx="1196609" cy="198120"/>
          </a:xfrm>
          <a:prstGeom prst="rect">
            <a:avLst/>
          </a:prstGeom>
        </p:spPr>
        <p:txBody>
          <a:bodyPr anchor="t" rtlCol="false" tIns="0" lIns="0" bIns="0" rIns="0">
            <a:spAutoFit/>
          </a:bodyPr>
          <a:lstStyle/>
          <a:p>
            <a:pPr algn="r">
              <a:lnSpc>
                <a:spcPts val="1680"/>
              </a:lnSpc>
              <a:spcBef>
                <a:spcPct val="0"/>
              </a:spcBef>
            </a:pPr>
            <a:r>
              <a:rPr lang="en-US" sz="1200">
                <a:solidFill>
                  <a:srgbClr val="1F2020"/>
                </a:solidFill>
                <a:latin typeface="Open Sans"/>
                <a:ea typeface="Open Sans"/>
                <a:cs typeface="Open Sans"/>
                <a:sym typeface="Open Sans"/>
              </a:rPr>
              <a:t>Oldal | 05</a:t>
            </a:r>
          </a:p>
        </p:txBody>
      </p:sp>
      <p:grpSp>
        <p:nvGrpSpPr>
          <p:cNvPr name="Group 7" id="7"/>
          <p:cNvGrpSpPr/>
          <p:nvPr/>
        </p:nvGrpSpPr>
        <p:grpSpPr>
          <a:xfrm rot="0">
            <a:off x="2468986" y="3493684"/>
            <a:ext cx="6387739" cy="3128182"/>
            <a:chOff x="0" y="0"/>
            <a:chExt cx="8516985" cy="4170910"/>
          </a:xfrm>
        </p:grpSpPr>
        <p:pic>
          <p:nvPicPr>
            <p:cNvPr name="Picture 8" id="8"/>
            <p:cNvPicPr>
              <a:picLocks noChangeAspect="true"/>
            </p:cNvPicPr>
            <p:nvPr/>
          </p:nvPicPr>
          <p:blipFill>
            <a:blip r:embed="rId6"/>
            <a:srcRect l="0" t="13248" r="0" b="13248"/>
            <a:stretch>
              <a:fillRect/>
            </a:stretch>
          </p:blipFill>
          <p:spPr>
            <a:xfrm flipH="false" flipV="false">
              <a:off x="0" y="0"/>
              <a:ext cx="8516985" cy="4170910"/>
            </a:xfrm>
            <a:prstGeom prst="rect">
              <a:avLst/>
            </a:prstGeom>
          </p:spPr>
        </p:pic>
      </p:grpSp>
      <p:grpSp>
        <p:nvGrpSpPr>
          <p:cNvPr name="Group 9" id="9"/>
          <p:cNvGrpSpPr/>
          <p:nvPr/>
        </p:nvGrpSpPr>
        <p:grpSpPr>
          <a:xfrm rot="0">
            <a:off x="9431275" y="3493684"/>
            <a:ext cx="6387739" cy="3128182"/>
            <a:chOff x="0" y="0"/>
            <a:chExt cx="8516985" cy="4170910"/>
          </a:xfrm>
        </p:grpSpPr>
        <p:pic>
          <p:nvPicPr>
            <p:cNvPr name="Picture 10" id="10"/>
            <p:cNvPicPr>
              <a:picLocks noChangeAspect="true"/>
            </p:cNvPicPr>
            <p:nvPr/>
          </p:nvPicPr>
          <p:blipFill>
            <a:blip r:embed="rId7"/>
            <a:srcRect l="0" t="16010" r="0" b="35017"/>
            <a:stretch>
              <a:fillRect/>
            </a:stretch>
          </p:blipFill>
          <p:spPr>
            <a:xfrm flipH="false" flipV="false">
              <a:off x="0" y="0"/>
              <a:ext cx="8516985" cy="4170910"/>
            </a:xfrm>
            <a:prstGeom prst="rect">
              <a:avLst/>
            </a:prstGeom>
          </p:spPr>
        </p:pic>
      </p:grpSp>
      <p:sp>
        <p:nvSpPr>
          <p:cNvPr name="TextBox 11" id="11"/>
          <p:cNvSpPr txBox="true"/>
          <p:nvPr/>
        </p:nvSpPr>
        <p:spPr>
          <a:xfrm rot="0">
            <a:off x="4362847" y="1737482"/>
            <a:ext cx="9562307" cy="863600"/>
          </a:xfrm>
          <a:prstGeom prst="rect">
            <a:avLst/>
          </a:prstGeom>
        </p:spPr>
        <p:txBody>
          <a:bodyPr anchor="t" rtlCol="false" tIns="0" lIns="0" bIns="0" rIns="0">
            <a:spAutoFit/>
          </a:bodyPr>
          <a:lstStyle/>
          <a:p>
            <a:pPr algn="ctr">
              <a:lnSpc>
                <a:spcPts val="7000"/>
              </a:lnSpc>
              <a:spcBef>
                <a:spcPct val="0"/>
              </a:spcBef>
            </a:pPr>
            <a:r>
              <a:rPr lang="en-US" b="true" sz="5000" spc="925">
                <a:solidFill>
                  <a:srgbClr val="1F2020"/>
                </a:solidFill>
                <a:latin typeface="Inter Bold"/>
                <a:ea typeface="Inter Bold"/>
                <a:cs typeface="Inter Bold"/>
                <a:sym typeface="Inter Bold"/>
              </a:rPr>
              <a:t>CSAPATMUNKA</a:t>
            </a:r>
          </a:p>
        </p:txBody>
      </p:sp>
      <p:sp>
        <p:nvSpPr>
          <p:cNvPr name="TextBox 12" id="12"/>
          <p:cNvSpPr txBox="true"/>
          <p:nvPr/>
        </p:nvSpPr>
        <p:spPr>
          <a:xfrm rot="0">
            <a:off x="3202495" y="7310060"/>
            <a:ext cx="4920722"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1F2020"/>
                </a:solidFill>
                <a:latin typeface="Open Sans Bold"/>
                <a:ea typeface="Open Sans Bold"/>
                <a:cs typeface="Open Sans Bold"/>
                <a:sym typeface="Open Sans Bold"/>
              </a:rPr>
              <a:t>Dóczi Adrián Márk</a:t>
            </a:r>
          </a:p>
        </p:txBody>
      </p:sp>
      <p:sp>
        <p:nvSpPr>
          <p:cNvPr name="TextBox 13" id="13"/>
          <p:cNvSpPr txBox="true"/>
          <p:nvPr/>
        </p:nvSpPr>
        <p:spPr>
          <a:xfrm rot="0">
            <a:off x="10164783" y="7763114"/>
            <a:ext cx="4920722" cy="407670"/>
          </a:xfrm>
          <a:prstGeom prst="rect">
            <a:avLst/>
          </a:prstGeom>
        </p:spPr>
        <p:txBody>
          <a:bodyPr anchor="t" rtlCol="false" tIns="0" lIns="0" bIns="0" rIns="0">
            <a:spAutoFit/>
          </a:bodyPr>
          <a:lstStyle/>
          <a:p>
            <a:pPr algn="ctr">
              <a:lnSpc>
                <a:spcPts val="1680"/>
              </a:lnSpc>
              <a:spcBef>
                <a:spcPct val="0"/>
              </a:spcBef>
            </a:pPr>
            <a:r>
              <a:rPr lang="en-US" sz="1200">
                <a:solidFill>
                  <a:srgbClr val="1F2020"/>
                </a:solidFill>
                <a:latin typeface="Open Sans"/>
                <a:ea typeface="Open Sans"/>
                <a:cs typeface="Open Sans"/>
                <a:sym typeface="Open Sans"/>
              </a:rPr>
              <a:t>Fájlműveletek, Vendégház, Panzió, NyitottSzállás, MagánSzállás, Hotel, Foglalás, Apartman, PPT design, létrehozása.</a:t>
            </a:r>
          </a:p>
        </p:txBody>
      </p:sp>
      <p:sp>
        <p:nvSpPr>
          <p:cNvPr name="TextBox 14" id="14"/>
          <p:cNvSpPr txBox="true"/>
          <p:nvPr/>
        </p:nvSpPr>
        <p:spPr>
          <a:xfrm rot="0">
            <a:off x="10164783" y="7310060"/>
            <a:ext cx="4920722" cy="264160"/>
          </a:xfrm>
          <a:prstGeom prst="rect">
            <a:avLst/>
          </a:prstGeom>
        </p:spPr>
        <p:txBody>
          <a:bodyPr anchor="t" rtlCol="false" tIns="0" lIns="0" bIns="0" rIns="0">
            <a:spAutoFit/>
          </a:bodyPr>
          <a:lstStyle/>
          <a:p>
            <a:pPr algn="ctr">
              <a:lnSpc>
                <a:spcPts val="2239"/>
              </a:lnSpc>
              <a:spcBef>
                <a:spcPct val="0"/>
              </a:spcBef>
            </a:pPr>
            <a:r>
              <a:rPr lang="en-US" b="true" sz="1599">
                <a:solidFill>
                  <a:srgbClr val="1F2020"/>
                </a:solidFill>
                <a:latin typeface="Open Sans Bold"/>
                <a:ea typeface="Open Sans Bold"/>
                <a:cs typeface="Open Sans Bold"/>
                <a:sym typeface="Open Sans Bold"/>
              </a:rPr>
              <a:t>Bujáki Erik Attila</a:t>
            </a:r>
          </a:p>
        </p:txBody>
      </p:sp>
      <p:sp>
        <p:nvSpPr>
          <p:cNvPr name="TextBox 15" id="15"/>
          <p:cNvSpPr txBox="true"/>
          <p:nvPr/>
        </p:nvSpPr>
        <p:spPr>
          <a:xfrm rot="0">
            <a:off x="3202495" y="7763114"/>
            <a:ext cx="4920722" cy="617220"/>
          </a:xfrm>
          <a:prstGeom prst="rect">
            <a:avLst/>
          </a:prstGeom>
        </p:spPr>
        <p:txBody>
          <a:bodyPr anchor="t" rtlCol="false" tIns="0" lIns="0" bIns="0" rIns="0">
            <a:spAutoFit/>
          </a:bodyPr>
          <a:lstStyle/>
          <a:p>
            <a:pPr algn="ctr">
              <a:lnSpc>
                <a:spcPts val="1680"/>
              </a:lnSpc>
              <a:spcBef>
                <a:spcPct val="0"/>
              </a:spcBef>
            </a:pPr>
            <a:r>
              <a:rPr lang="en-US" sz="1200">
                <a:solidFill>
                  <a:srgbClr val="1F2020"/>
                </a:solidFill>
                <a:latin typeface="Open Sans"/>
                <a:ea typeface="Open Sans"/>
                <a:cs typeface="Open Sans"/>
                <a:sym typeface="Open Sans"/>
              </a:rPr>
              <a:t>Material UI Design implementálása, Navigációs menü, Dinamikus betöltés, Gombok hozzáadása, Gombok stílusának konfigurálása, saját árképzési logika, fő Szállás class.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383125" y="457043"/>
            <a:ext cx="418047" cy="230306"/>
          </a:xfrm>
          <a:custGeom>
            <a:avLst/>
            <a:gdLst/>
            <a:ahLst/>
            <a:cxnLst/>
            <a:rect r="r" b="b" t="t" l="l"/>
            <a:pathLst>
              <a:path h="230306" w="418047">
                <a:moveTo>
                  <a:pt x="0" y="0"/>
                </a:moveTo>
                <a:lnTo>
                  <a:pt x="418047" y="0"/>
                </a:lnTo>
                <a:lnTo>
                  <a:pt x="418047" y="230306"/>
                </a:lnTo>
                <a:lnTo>
                  <a:pt x="0" y="2303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39763" y="346885"/>
            <a:ext cx="531141" cy="362141"/>
          </a:xfrm>
          <a:custGeom>
            <a:avLst/>
            <a:gdLst/>
            <a:ahLst/>
            <a:cxnLst/>
            <a:rect r="r" b="b" t="t" l="l"/>
            <a:pathLst>
              <a:path h="362141" w="531141">
                <a:moveTo>
                  <a:pt x="0" y="0"/>
                </a:moveTo>
                <a:lnTo>
                  <a:pt x="531141" y="0"/>
                </a:lnTo>
                <a:lnTo>
                  <a:pt x="531141" y="362141"/>
                </a:lnTo>
                <a:lnTo>
                  <a:pt x="0" y="36214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7198409" y="1028700"/>
            <a:ext cx="3617741" cy="8229600"/>
            <a:chOff x="0" y="0"/>
            <a:chExt cx="4823655" cy="10972800"/>
          </a:xfrm>
        </p:grpSpPr>
        <p:pic>
          <p:nvPicPr>
            <p:cNvPr name="Picture 5" id="5"/>
            <p:cNvPicPr>
              <a:picLocks noChangeAspect="true"/>
            </p:cNvPicPr>
            <p:nvPr/>
          </p:nvPicPr>
          <p:blipFill>
            <a:blip r:embed="rId6"/>
            <a:srcRect l="70711" t="0" r="0" b="0"/>
            <a:stretch>
              <a:fillRect/>
            </a:stretch>
          </p:blipFill>
          <p:spPr>
            <a:xfrm flipH="false" flipV="false">
              <a:off x="0" y="0"/>
              <a:ext cx="4823655" cy="10972800"/>
            </a:xfrm>
            <a:prstGeom prst="rect">
              <a:avLst/>
            </a:prstGeom>
          </p:spPr>
        </p:pic>
      </p:grpSp>
      <p:grpSp>
        <p:nvGrpSpPr>
          <p:cNvPr name="Group 6" id="6"/>
          <p:cNvGrpSpPr/>
          <p:nvPr/>
        </p:nvGrpSpPr>
        <p:grpSpPr>
          <a:xfrm rot="0">
            <a:off x="0" y="1028700"/>
            <a:ext cx="6948899" cy="8229600"/>
            <a:chOff x="0" y="0"/>
            <a:chExt cx="9265199" cy="10972800"/>
          </a:xfrm>
        </p:grpSpPr>
        <p:pic>
          <p:nvPicPr>
            <p:cNvPr name="Picture 7" id="7"/>
            <p:cNvPicPr>
              <a:picLocks noChangeAspect="true"/>
            </p:cNvPicPr>
            <p:nvPr/>
          </p:nvPicPr>
          <p:blipFill>
            <a:blip r:embed="rId6"/>
            <a:srcRect l="12042" t="0" r="31700" b="0"/>
            <a:stretch>
              <a:fillRect/>
            </a:stretch>
          </p:blipFill>
          <p:spPr>
            <a:xfrm flipH="false" flipV="false">
              <a:off x="0" y="0"/>
              <a:ext cx="9265199" cy="10972800"/>
            </a:xfrm>
            <a:prstGeom prst="rect">
              <a:avLst/>
            </a:prstGeom>
          </p:spPr>
        </p:pic>
      </p:grpSp>
      <p:grpSp>
        <p:nvGrpSpPr>
          <p:cNvPr name="Group 8" id="8"/>
          <p:cNvGrpSpPr/>
          <p:nvPr/>
        </p:nvGrpSpPr>
        <p:grpSpPr>
          <a:xfrm rot="0">
            <a:off x="5582921" y="3830144"/>
            <a:ext cx="12705079" cy="2626711"/>
            <a:chOff x="0" y="0"/>
            <a:chExt cx="3346194" cy="691809"/>
          </a:xfrm>
        </p:grpSpPr>
        <p:sp>
          <p:nvSpPr>
            <p:cNvPr name="Freeform 9" id="9"/>
            <p:cNvSpPr/>
            <p:nvPr/>
          </p:nvSpPr>
          <p:spPr>
            <a:xfrm flipH="false" flipV="false" rot="0">
              <a:off x="0" y="0"/>
              <a:ext cx="3346193" cy="691809"/>
            </a:xfrm>
            <a:custGeom>
              <a:avLst/>
              <a:gdLst/>
              <a:ahLst/>
              <a:cxnLst/>
              <a:rect r="r" b="b" t="t" l="l"/>
              <a:pathLst>
                <a:path h="691809" w="3346193">
                  <a:moveTo>
                    <a:pt x="0" y="0"/>
                  </a:moveTo>
                  <a:lnTo>
                    <a:pt x="3346193" y="0"/>
                  </a:lnTo>
                  <a:lnTo>
                    <a:pt x="3346193" y="691809"/>
                  </a:lnTo>
                  <a:lnTo>
                    <a:pt x="0" y="691809"/>
                  </a:lnTo>
                  <a:close/>
                </a:path>
              </a:pathLst>
            </a:custGeom>
            <a:solidFill>
              <a:srgbClr val="FFFFFF"/>
            </a:solidFill>
          </p:spPr>
        </p:sp>
        <p:sp>
          <p:nvSpPr>
            <p:cNvPr name="TextBox 10" id="10"/>
            <p:cNvSpPr txBox="true"/>
            <p:nvPr/>
          </p:nvSpPr>
          <p:spPr>
            <a:xfrm>
              <a:off x="0" y="-38100"/>
              <a:ext cx="3346194" cy="729909"/>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039108" y="450999"/>
            <a:ext cx="1827770" cy="198120"/>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Baja szállás</a:t>
            </a:r>
          </a:p>
        </p:txBody>
      </p:sp>
      <p:sp>
        <p:nvSpPr>
          <p:cNvPr name="TextBox 12" id="12"/>
          <p:cNvSpPr txBox="true"/>
          <p:nvPr/>
        </p:nvSpPr>
        <p:spPr>
          <a:xfrm rot="0">
            <a:off x="439763" y="9460230"/>
            <a:ext cx="2427115" cy="826770"/>
          </a:xfrm>
          <a:prstGeom prst="rect">
            <a:avLst/>
          </a:prstGeom>
        </p:spPr>
        <p:txBody>
          <a:bodyPr anchor="t" rtlCol="false" tIns="0" lIns="0" bIns="0" rIns="0">
            <a:spAutoFit/>
          </a:bodyPr>
          <a:lstStyle/>
          <a:p>
            <a:pPr algn="l">
              <a:lnSpc>
                <a:spcPts val="1680"/>
              </a:lnSpc>
            </a:pPr>
            <a:r>
              <a:rPr lang="en-US" sz="1200">
                <a:solidFill>
                  <a:srgbClr val="1F2020"/>
                </a:solidFill>
                <a:latin typeface="Open Sans"/>
                <a:ea typeface="Open Sans"/>
                <a:cs typeface="Open Sans"/>
                <a:sym typeface="Open Sans"/>
              </a:rPr>
              <a:t>Készítette: </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Bujáki Erik Attila</a:t>
            </a:r>
          </a:p>
          <a:p>
            <a:pPr algn="l" marL="259082" indent="-129541" lvl="1">
              <a:lnSpc>
                <a:spcPts val="1680"/>
              </a:lnSpc>
              <a:buFont typeface="Arial"/>
              <a:buChar char="•"/>
            </a:pPr>
            <a:r>
              <a:rPr lang="en-US" sz="1200">
                <a:solidFill>
                  <a:srgbClr val="1F2020"/>
                </a:solidFill>
                <a:latin typeface="Open Sans"/>
                <a:ea typeface="Open Sans"/>
                <a:cs typeface="Open Sans"/>
                <a:sym typeface="Open Sans"/>
              </a:rPr>
              <a:t>Dóczi Adrián Márk</a:t>
            </a:r>
          </a:p>
          <a:p>
            <a:pPr algn="l">
              <a:lnSpc>
                <a:spcPts val="1680"/>
              </a:lnSpc>
              <a:spcBef>
                <a:spcPct val="0"/>
              </a:spcBef>
            </a:pPr>
          </a:p>
        </p:txBody>
      </p:sp>
      <p:sp>
        <p:nvSpPr>
          <p:cNvPr name="TextBox 13" id="13"/>
          <p:cNvSpPr txBox="true"/>
          <p:nvPr/>
        </p:nvSpPr>
        <p:spPr>
          <a:xfrm rot="0">
            <a:off x="16604563" y="9645578"/>
            <a:ext cx="1196609" cy="198120"/>
          </a:xfrm>
          <a:prstGeom prst="rect">
            <a:avLst/>
          </a:prstGeom>
        </p:spPr>
        <p:txBody>
          <a:bodyPr anchor="t" rtlCol="false" tIns="0" lIns="0" bIns="0" rIns="0">
            <a:spAutoFit/>
          </a:bodyPr>
          <a:lstStyle/>
          <a:p>
            <a:pPr algn="r">
              <a:lnSpc>
                <a:spcPts val="1680"/>
              </a:lnSpc>
              <a:spcBef>
                <a:spcPct val="0"/>
              </a:spcBef>
            </a:pPr>
            <a:r>
              <a:rPr lang="en-US" sz="1200">
                <a:solidFill>
                  <a:srgbClr val="1F2020"/>
                </a:solidFill>
                <a:latin typeface="Open Sans"/>
                <a:ea typeface="Open Sans"/>
                <a:cs typeface="Open Sans"/>
                <a:sym typeface="Open Sans"/>
              </a:rPr>
              <a:t>Oldal| 06</a:t>
            </a:r>
          </a:p>
        </p:txBody>
      </p:sp>
      <p:sp>
        <p:nvSpPr>
          <p:cNvPr name="TextBox 14" id="14"/>
          <p:cNvSpPr txBox="true"/>
          <p:nvPr/>
        </p:nvSpPr>
        <p:spPr>
          <a:xfrm rot="0">
            <a:off x="5306696" y="4047730"/>
            <a:ext cx="12549921" cy="1962941"/>
          </a:xfrm>
          <a:prstGeom prst="rect">
            <a:avLst/>
          </a:prstGeom>
        </p:spPr>
        <p:txBody>
          <a:bodyPr anchor="t" rtlCol="false" tIns="0" lIns="0" bIns="0" rIns="0">
            <a:spAutoFit/>
          </a:bodyPr>
          <a:lstStyle/>
          <a:p>
            <a:pPr algn="r">
              <a:lnSpc>
                <a:spcPts val="15944"/>
              </a:lnSpc>
              <a:spcBef>
                <a:spcPct val="0"/>
              </a:spcBef>
            </a:pPr>
            <a:r>
              <a:rPr lang="en-US" b="true" sz="11388" spc="2106">
                <a:solidFill>
                  <a:srgbClr val="1F2020"/>
                </a:solidFill>
                <a:latin typeface="Inter Bold"/>
                <a:ea typeface="Inter Bold"/>
                <a:cs typeface="Inter Bold"/>
                <a:sym typeface="Inter Bold"/>
              </a:rPr>
              <a:t>KÖSZÖNJÜK!</a:t>
            </a:r>
          </a:p>
        </p:txBody>
      </p:sp>
      <p:sp>
        <p:nvSpPr>
          <p:cNvPr name="TextBox 15" id="15"/>
          <p:cNvSpPr txBox="true"/>
          <p:nvPr/>
        </p:nvSpPr>
        <p:spPr>
          <a:xfrm rot="0">
            <a:off x="12359936" y="7323155"/>
            <a:ext cx="4244627" cy="827067"/>
          </a:xfrm>
          <a:prstGeom prst="rect">
            <a:avLst/>
          </a:prstGeom>
        </p:spPr>
        <p:txBody>
          <a:bodyPr anchor="t" rtlCol="false" tIns="0" lIns="0" bIns="0" rIns="0">
            <a:spAutoFit/>
          </a:bodyPr>
          <a:lstStyle/>
          <a:p>
            <a:pPr algn="l">
              <a:lnSpc>
                <a:spcPts val="1680"/>
              </a:lnSpc>
              <a:spcBef>
                <a:spcPct val="0"/>
              </a:spcBef>
            </a:pPr>
            <a:r>
              <a:rPr lang="en-US" sz="1200">
                <a:solidFill>
                  <a:srgbClr val="1F2020"/>
                </a:solidFill>
                <a:latin typeface="Open Sans"/>
                <a:ea typeface="Open Sans"/>
                <a:cs typeface="Open Sans"/>
                <a:sym typeface="Open Sans"/>
              </a:rPr>
              <a:t>Lorem ipsum dolor sit amet, consectetur adipiscing elit, sed do eiusmod tempor incididunt ut labore et dolore magna aliqua. Ut enim ad minim veniam, quis nostrud exercitation ullamco laboris nisi ut aliquip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DAG542w_Ht4</dc:identifier>
  <dcterms:modified xsi:type="dcterms:W3CDTF">2011-08-01T06:04:30Z</dcterms:modified>
  <cp:revision>1</cp:revision>
  <dc:title>White Clean Architecture Presentation</dc:title>
</cp:coreProperties>
</file>